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ocs.google.com/spreadsheets/d/1E1UqvUt9LwCYcCUNAdc1McixrYjLSv7C/edit?usp=drivesdk&amp;ouid=111398243446314990339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37305" y="311150"/>
            <a:ext cx="5575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/>
              <a:t>Hiring Process Analytics</a:t>
            </a:r>
            <a:r>
              <a:rPr lang="en-IN" altLang="en-US" sz="2000" b="1" u="sng"/>
              <a:t> </a:t>
            </a:r>
            <a:r>
              <a:rPr lang="en-US" sz="2000" b="1" u="sng"/>
              <a:t>Statistics</a:t>
            </a:r>
            <a:endParaRPr lang="en-US" sz="2000" b="1" u="sng"/>
          </a:p>
        </p:txBody>
      </p:sp>
      <p:sp>
        <p:nvSpPr>
          <p:cNvPr id="5" name="Text Box 4"/>
          <p:cNvSpPr txBox="1"/>
          <p:nvPr/>
        </p:nvSpPr>
        <p:spPr>
          <a:xfrm>
            <a:off x="457835" y="810895"/>
            <a:ext cx="11276330" cy="5455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/>
              <a:t>Project Description</a:t>
            </a:r>
            <a:r>
              <a:rPr lang="en-IN" altLang="en-US"/>
              <a:t> -&gt;</a:t>
            </a:r>
            <a:r>
              <a:rPr lang="en-US"/>
              <a:t>Data Analytics Tasks:</a:t>
            </a:r>
            <a:endParaRPr lang="en-US"/>
          </a:p>
          <a:p>
            <a:r>
              <a:rPr lang="en-US"/>
              <a:t>After downloading the dataset, use Excel to answer the below questions:</a:t>
            </a:r>
            <a:endParaRPr lang="en-US"/>
          </a:p>
          <a:p>
            <a:endParaRPr lang="en-US"/>
          </a:p>
          <a:p>
            <a:r>
              <a:rPr lang="en-US"/>
              <a:t>A. Hiring Analysis: The hiring process involves bringing new individuals into the organization for various roles.</a:t>
            </a:r>
            <a:endParaRPr lang="en-US"/>
          </a:p>
          <a:p>
            <a:r>
              <a:rPr lang="en-US"/>
              <a:t>Your Task: Determine the gender distribution of hires. How many males and females have been hired by the company?</a:t>
            </a:r>
            <a:endParaRPr lang="en-US"/>
          </a:p>
          <a:p>
            <a:endParaRPr lang="en-US"/>
          </a:p>
          <a:p>
            <a:r>
              <a:rPr lang="en-US"/>
              <a:t>B. Salary Analysis: The average salary is calculated by adding up the salaries of a group of employees and then dividing the total by the number of employees.</a:t>
            </a:r>
            <a:endParaRPr lang="en-US"/>
          </a:p>
          <a:p>
            <a:r>
              <a:rPr lang="en-US"/>
              <a:t>Your Task: What is the average salary offered by this company? Use Excel functions to calculate this.</a:t>
            </a:r>
            <a:endParaRPr lang="en-US"/>
          </a:p>
          <a:p>
            <a:endParaRPr lang="en-US"/>
          </a:p>
          <a:p>
            <a:r>
              <a:rPr lang="en-US"/>
              <a:t>C. Salary Distribution: Class intervals represent ranges of values, in this case, salary ranges. The class interval is the difference between the upper and lower limits of a class.</a:t>
            </a:r>
            <a:endParaRPr lang="en-US"/>
          </a:p>
          <a:p>
            <a:r>
              <a:rPr lang="en-US"/>
              <a:t>Your Task: Create class intervals for the salaries in the company. This will help you understand the salary distribution.</a:t>
            </a:r>
            <a:endParaRPr lang="en-US"/>
          </a:p>
          <a:p>
            <a:endParaRPr lang="en-US"/>
          </a:p>
          <a:p>
            <a:r>
              <a:rPr lang="en-US"/>
              <a:t>D. Departmental Analysis: Visualizing data through charts and plots is a crucial part of data analysis.</a:t>
            </a:r>
            <a:endParaRPr lang="en-US"/>
          </a:p>
          <a:p>
            <a:r>
              <a:rPr lang="en-US"/>
              <a:t>Your Task: Use a pie chart, bar graph, or any other suitable visualization to show the proportion of people working in different departments.</a:t>
            </a:r>
            <a:endParaRPr lang="en-US"/>
          </a:p>
          <a:p>
            <a:endParaRPr lang="en-US"/>
          </a:p>
          <a:p>
            <a:r>
              <a:rPr lang="en-US"/>
              <a:t>E. Position Tier Analysis: Different positions within a company often have different tiers or levels.</a:t>
            </a:r>
            <a:endParaRPr lang="en-US"/>
          </a:p>
          <a:p>
            <a:r>
              <a:rPr lang="en-US"/>
              <a:t>Your Task: Use a chart or graph to represent the different position tiers within the company. This will help you understand the distribution of positions across different tiers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0365" y="36258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Tech-Stack Used</a:t>
            </a:r>
            <a:r>
              <a:rPr lang="en-IN" altLang="en-US" sz="2000" b="1"/>
              <a:t> :</a:t>
            </a:r>
            <a:endParaRPr lang="en-IN" altLang="en-US" b="1"/>
          </a:p>
        </p:txBody>
      </p:sp>
      <p:sp>
        <p:nvSpPr>
          <p:cNvPr id="3" name="Text Box 2"/>
          <p:cNvSpPr txBox="1"/>
          <p:nvPr/>
        </p:nvSpPr>
        <p:spPr>
          <a:xfrm>
            <a:off x="657860" y="761365"/>
            <a:ext cx="7478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/>
              <a:t>APP</a:t>
            </a:r>
            <a:r>
              <a:rPr lang="en-IN" altLang="en-US"/>
              <a:t>-WPS OFFICE, </a:t>
            </a:r>
            <a:r>
              <a:rPr lang="en-IN" altLang="en-US" b="1"/>
              <a:t>Product Version</a:t>
            </a:r>
            <a:r>
              <a:rPr lang="en-IN" altLang="en-US"/>
              <a:t>-12.2.0.13085 ,</a:t>
            </a:r>
            <a:r>
              <a:rPr lang="en-IN" altLang="en-US" b="1"/>
              <a:t>Publisher</a:t>
            </a:r>
            <a:r>
              <a:rPr lang="en-IN" altLang="en-US"/>
              <a:t>-Kingsoft corp.</a:t>
            </a: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462280" y="1129665"/>
            <a:ext cx="116160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A. Hiring Analysis: The hiring process involves bringing new individuals into the organization for various roles.</a:t>
            </a:r>
            <a:endParaRPr lang="en-US"/>
          </a:p>
          <a:p>
            <a:r>
              <a:rPr lang="en-US">
                <a:sym typeface="+mn-ea"/>
              </a:rPr>
              <a:t>Your Task: Determine the gender distribution of hires. How many males and females have been hired by the company?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IN" altLang="en-US">
                <a:sym typeface="+mn-ea"/>
              </a:rPr>
              <a:t>Approach: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First create a pivot table with the given table in a new sheet 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add status to row lable, event_name in row lable and application_id in value lable and change it’s field setting to count.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the gender distribution of hires can be seen on the table.</a:t>
            </a:r>
            <a:endParaRPr lang="en-IN" altLang="en-US"/>
          </a:p>
          <a:p>
            <a:pPr indent="0">
              <a:buNone/>
            </a:pPr>
            <a:r>
              <a:rPr lang="en-IN" altLang="en-US" b="1"/>
              <a:t>Output:</a:t>
            </a:r>
            <a:endParaRPr lang="en-IN" altLang="en-US" b="1"/>
          </a:p>
        </p:txBody>
      </p:sp>
      <p:pic>
        <p:nvPicPr>
          <p:cNvPr id="7" name="Picture 6" descr="Screenshot (6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575" y="3529965"/>
            <a:ext cx="9445625" cy="332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7815" y="382905"/>
            <a:ext cx="116884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B. Salary Analysis: The average salary is calculated by adding up the salaries of a group of employees and then dividing the total by the number of employees.</a:t>
            </a:r>
            <a:endParaRPr lang="en-US"/>
          </a:p>
          <a:p>
            <a:r>
              <a:rPr lang="en-US">
                <a:sym typeface="+mn-ea"/>
              </a:rPr>
              <a:t>Your Task: What is the average salary offered by this company? Use Excel functions to calculate this.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IN" altLang="en-US">
                <a:sym typeface="+mn-ea"/>
              </a:rPr>
              <a:t>Approach: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 Select the cell where i want to show the average.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filter the offered_salary to remove blank data to avoid calculation error.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go to the home tab and click on autosum drop down buttom and click on average.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After clicking on average it will ask for range for which the calculation has to be perform.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After clicking enter we will get the average salary given by the company.</a:t>
            </a:r>
            <a:endParaRPr lang="en-I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/>
              <a:t>Output:</a:t>
            </a:r>
            <a:endParaRPr lang="en-US"/>
          </a:p>
        </p:txBody>
      </p:sp>
      <p:pic>
        <p:nvPicPr>
          <p:cNvPr id="3" name="Picture 2" descr="Screenshot (6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80" y="3275965"/>
            <a:ext cx="10098405" cy="3582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9090" y="141605"/>
            <a:ext cx="11532870" cy="3691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C. Salary Distribution: Class intervals represent ranges of values, in this case, salary ranges. The class interval is the difference between the upper and lower limits of a class.</a:t>
            </a:r>
            <a:endParaRPr lang="en-US"/>
          </a:p>
          <a:p>
            <a:r>
              <a:rPr lang="en-US">
                <a:sym typeface="+mn-ea"/>
              </a:rPr>
              <a:t>Your Task: Create class intervals for the salaries in the company. This will help you understand the salary distribution.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IN" altLang="en-US">
                <a:sym typeface="+mn-ea"/>
              </a:rPr>
              <a:t>Approach: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First create a pivot table in new sheet then add offered salary to row lable and add application id to value lable to count the application id.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select all the entry in offered salary to put class interval between them.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after selecting ,go to option tab and select group selection.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a popup dialog box will appear in which i set the starting &amp; ending point and the interval between them,I choose 1000 as an interval.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you can see the class interval of salaries and no of employee getting the salary between that range.</a:t>
            </a:r>
            <a:endParaRPr lang="en-I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/>
              <a:t>Output:</a:t>
            </a:r>
            <a:endParaRPr lang="en-US"/>
          </a:p>
        </p:txBody>
      </p:sp>
      <p:pic>
        <p:nvPicPr>
          <p:cNvPr id="3" name="Picture 2" descr="Screenshot (6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0" y="3597910"/>
            <a:ext cx="9166860" cy="3260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4945" y="198120"/>
            <a:ext cx="117798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D. Departmental Analysis: Visualizing data through charts and plots is a crucial part of data analysis.</a:t>
            </a:r>
            <a:endParaRPr lang="en-US"/>
          </a:p>
          <a:p>
            <a:r>
              <a:rPr lang="en-US">
                <a:sym typeface="+mn-ea"/>
              </a:rPr>
              <a:t>Your Task: Use a pie chart, bar graph, or any other suitable visualization to show the proportion of people working in different departments.</a:t>
            </a:r>
            <a:endParaRPr lang="en-US">
              <a:sym typeface="+mn-ea"/>
            </a:endParaRPr>
          </a:p>
          <a:p>
            <a:r>
              <a:rPr lang="en-IN" altLang="en-US">
                <a:sym typeface="+mn-ea"/>
              </a:rPr>
              <a:t>Approach: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first created a pivot table in new worksheet.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add department in row lable and application id in values to count no of applicant.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then we will get the table of all the department and no of applicant in that department.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To show that data in graphical format ,we need to select option tab and select pivot chart.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An insert chart dialog box appear  from which we need to choose the suitable visualization according to the data,then double click on that chart to dispaly it on the sheet.</a:t>
            </a:r>
            <a:endParaRPr lang="en-I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/>
              <a:t>Output: </a:t>
            </a:r>
            <a:endParaRPr lang="en-US"/>
          </a:p>
        </p:txBody>
      </p:sp>
      <p:pic>
        <p:nvPicPr>
          <p:cNvPr id="3" name="Picture 2" descr="Screenshot (6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775" y="3037840"/>
            <a:ext cx="10021570" cy="382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9090" y="393700"/>
            <a:ext cx="116255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E. Position Tier Analysis: Different positions within a company often have different tiers or levels.</a:t>
            </a:r>
            <a:endParaRPr lang="en-US"/>
          </a:p>
          <a:p>
            <a:r>
              <a:rPr lang="en-US">
                <a:sym typeface="+mn-ea"/>
              </a:rPr>
              <a:t>Your Task: Use a chart or graph to represent the different position tiers within the company. This will help you understand the distribution of positions across different tiers</a:t>
            </a:r>
            <a:r>
              <a:rPr lang="en-IN" altLang="en-US">
                <a:sym typeface="+mn-ea"/>
              </a:rPr>
              <a:t>.</a:t>
            </a:r>
            <a:endParaRPr lang="en-IN" altLang="en-US">
              <a:sym typeface="+mn-ea"/>
            </a:endParaRPr>
          </a:p>
          <a:p>
            <a:r>
              <a:rPr lang="en-IN" altLang="en-US">
                <a:sym typeface="+mn-ea"/>
              </a:rPr>
              <a:t>Approach: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first created a pivot table in new worksheet.</a:t>
            </a:r>
            <a:endParaRPr lang="en-I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Then add postname in row lable and application id in values to count no of applicant.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then we will get the table of all the postname and no of applicant in that post.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To show that data in graphical format ,we need to select option tab and select pivot chart.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An insert chart dialog box appear  from which we need to choose the suitable visualization according to the data,then double click on that chart to dispaly it on the sheet.</a:t>
            </a:r>
            <a:endParaRPr lang="en-IN" alt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/>
              <a:t>Output:</a:t>
            </a:r>
            <a:endParaRPr lang="en-US"/>
          </a:p>
        </p:txBody>
      </p:sp>
      <p:pic>
        <p:nvPicPr>
          <p:cNvPr id="3" name="Picture 2" descr="Screenshot (6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855" y="3222625"/>
            <a:ext cx="9324340" cy="3635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26510" y="609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Hyperlink the Excel Sheet file</a:t>
            </a:r>
            <a:r>
              <a:rPr lang="en-IN" altLang="en-US" b="1"/>
              <a:t>:-</a:t>
            </a:r>
            <a:endParaRPr lang="en-IN" altLang="en-US" b="1"/>
          </a:p>
        </p:txBody>
      </p:sp>
      <p:sp>
        <p:nvSpPr>
          <p:cNvPr id="3" name="Text Box 2"/>
          <p:cNvSpPr txBox="1"/>
          <p:nvPr/>
        </p:nvSpPr>
        <p:spPr>
          <a:xfrm>
            <a:off x="647700" y="1381125"/>
            <a:ext cx="105524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/>
              <a:t>Link:</a:t>
            </a:r>
            <a:endParaRPr lang="en-IN" altLang="en-US" b="1"/>
          </a:p>
          <a:p>
            <a:r>
              <a:rPr lang="en-IN" altLang="en-US">
                <a:hlinkClick r:id="rId1" tooltip="" action="ppaction://hlinkfile"/>
              </a:rPr>
              <a:t>https://docs.google.com/spreadsheets/d/1E1UqvUt9LwCYcCUNAdc1McixrYjLSv7C/edit?usp=drivesdk&amp;ouid=111398243446314990339&amp;rtpof=true&amp;sd=true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5218</Words>
  <Application>WPS Presentation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sonal</cp:lastModifiedBy>
  <cp:revision>7</cp:revision>
  <dcterms:created xsi:type="dcterms:W3CDTF">2023-07-24T06:19:18Z</dcterms:created>
  <dcterms:modified xsi:type="dcterms:W3CDTF">2023-07-24T07:19:48Z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8D11CE2D23B34947ADE3FAC345F15595_11</vt:lpwstr>
  </property>
  <property fmtid="{D5CDD505-2E9C-101B-9397-08002B2CF9AE}" pid="3" name="KSOProductBuildVer">
    <vt:lpwstr>1033-12.2.0.13085</vt:lpwstr>
  </property>
</Properties>
</file>